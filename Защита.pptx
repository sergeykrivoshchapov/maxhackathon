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789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x.ru/t627_hakaton_max_b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45.132.176.239.nip.io/api" TargetMode="External"/><Relationship Id="rId4" Type="http://schemas.openxmlformats.org/officeDocument/2006/relationships/hyperlink" Target="https://github.com/SergeyKrivoshchapov/maxhackatho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907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Техническая информация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77627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Служебный слайд. В продуктовой оценке не участвует.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510804"/>
            <a:ext cx="10868745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Доступ к решению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1911945"/>
            <a:ext cx="10868745" cy="849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Ссылка на чат-бот / мини-приложение в MAX: 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/>
              </a:rPr>
              <a:t>https://max.ru/t627_hakaton_max_bot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Git-</a:t>
            </a:r>
            <a:r>
              <a:rPr lang="en-US" sz="1050" kern="0" spc="-2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репозиторий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ru-RU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/>
              </a:rPr>
              <a:t>https://github.com/SergeyKrivoshchapov/maxhackathon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hash: [ПРОПУСК]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kern="0" spc="-2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Собственный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API: </a:t>
            </a: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/>
              </a:rPr>
              <a:t>https://45.132.176.239.nip.io/api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2907705"/>
            <a:ext cx="10868745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Тестовые учётные записи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191583"/>
              </p:ext>
            </p:extLst>
          </p:nvPr>
        </p:nvGraphicFramePr>
        <p:xfrm>
          <a:off x="661475" y="3308846"/>
          <a:ext cx="10868745" cy="1285050"/>
        </p:xfrm>
        <a:graphic>
          <a:graphicData uri="http://schemas.openxmlformats.org/drawingml/2006/table">
            <a:tbl>
              <a:tblPr/>
              <a:tblGrid>
                <a:gridCol w="358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6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Логин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Пароль/способ входа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Житель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Просто нужно войти в систему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charset="0"/>
                        </a:rPr>
                        <a:t>MAX AUTH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6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0" spc="-2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61475" y="4753074"/>
            <a:ext cx="10868745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Порядок проверки основного сценария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5154216"/>
            <a:ext cx="10868745" cy="849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5000"/>
              </a:lnSpc>
              <a:buSzPct val="100000"/>
              <a:buFont typeface="+mj-lt"/>
              <a:buAutoNum type="arabicPeriod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[ПРОПУСК: шаг]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Font typeface="+mj-lt"/>
              <a:buAutoNum type="arabicPeriod" startAt="2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[ПРОПУСК: шаг]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Font typeface="+mj-lt"/>
              <a:buAutoNum type="arabicPeriod" startAt="3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[ПРОПУСК: шаг]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Font typeface="+mj-lt"/>
              <a:buAutoNum type="arabicPeriod" startAt="4"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[ПРОПУСК: шаг]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1475" y="6113363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Тестовые данные используются там, где указано [модель].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22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[ПРОПУСК: название решения]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0094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Мини-приложение в MAX для подачи и обработки обращений жителей МКД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8683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</a:t>
            </a:r>
            <a:endParaRPr lang="en-US" sz="2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342779"/>
          <a:ext cx="10868745" cy="2470087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Имя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Зона ответственности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Manager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Андрей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Продуктовая логика, презентация, документация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Frontend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Илья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Мини-приложение в MAX, UI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Backend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Сергей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Бот, API, данные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86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0737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Кратко о продукте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1947863"/>
            <a:ext cx="5339820" cy="2311499"/>
          </a:xfrm>
          <a:prstGeom prst="roundRect">
            <a:avLst>
              <a:gd name="adj" fmla="val 34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14322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551906"/>
            <a:ext cx="494910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или арендатор квартиры в МКД, обнаружив проблему в доме, не знает, к кому обращаться — в УК, РСО или аварийную службу, — тратит время на звонки, а проблема остаётся без ответа.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1947863"/>
            <a:ext cx="5339919" cy="2311499"/>
          </a:xfrm>
          <a:prstGeom prst="roundRect">
            <a:avLst>
              <a:gd name="adj" fmla="val 34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14322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РЕШЕНИЕ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551906"/>
            <a:ext cx="49492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Мини-приложение в MAX, где житель подаёт обращение, а система автоматически определяет ответственную организацию и показывает статус решения.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448373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464373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ЭФФЕКТ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5052417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подачи обращения сокращается с нескольких часов до 2–3 минут. У жителя есть номер, статус и ответ УК.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4448373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464373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ФОРМАТ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85658" y="5052417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Zero-install мини-приложение внутри привычного мессенджера — без скачивания и сложной авторизации.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15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Пользователь и 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245295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Пользователь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61475" y="1968996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или арендатор квартиры в многоквартирном доме, который первым замечает проблему в доме: протечка, мусор, неисправность освещения.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811859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61475" y="3535561"/>
            <a:ext cx="108687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Собственник в ситуации, когда обнаруживает проблему в подъезде, хочет быстро передать информацию ответственной организации и понимать статус её решения, но не знает, к кому обращаться — в УК, РСО или аварийную службу, — и в итоге тратит время на звонки, а проблема остаётся без ответа.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4666853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Гипотеза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1475" y="5390555"/>
            <a:ext cx="108687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предполагаем, что жители готовы подавать заявки через мини-приложение в MAX, если путь от обнаружения проблемы до отправки обращения занимает меньше минуты и не требует авторизации, потому что существующие сервисы (Госуслуги.Дом, приложения УК) имеют высокий барьер входа и теряют пользователей на этапе установки и входа.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84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Сравнение: Как сейчас и как с продуктом</a:t>
            </a:r>
            <a:endParaRPr lang="en-US" sz="3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98588"/>
          <a:ext cx="10868746" cy="2792146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2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Сейчас (As Is)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 продуктом (To Be)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Житель ищет телефон УК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Открывает бота в MAX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Звонит, не дозванивается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Подаёт обращение за 2 минуты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Пишет в домовой чат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Обращение фиксируется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4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знает статус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Видит статус и срок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2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УК теряет заявки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УК видит заявки по категориям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436269"/>
            <a:ext cx="10868745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мини-приложение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5097264"/>
            <a:ext cx="10868745" cy="1207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Zero-install: не нужно скачивать приложение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Импульсивные заявки: сфоткал — отправил в 3 клика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Контекстные уведомления: статус приходит в чат бота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Автоопределение организации — УТП продукта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9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Решение и основной сценарий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10777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Путь жителя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1475" y="167888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192067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035473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Открывает мини-приложение в MAX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25928" y="167888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928" y="192067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325928" y="2035473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Нажимает «Подать обращение»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90382" y="1678880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0382" y="192067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990382" y="2035473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Заполняет форму: тип, адрес, описание, фото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475" y="249793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273972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2854523"/>
            <a:ext cx="3539739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присваивает номер и определяет ответственную организацию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5928" y="249793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928" y="273972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928" y="2854523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Получает подтверждение и номер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90382" y="2497931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90382" y="2739727"/>
            <a:ext cx="353973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7990382" y="2854523"/>
            <a:ext cx="353973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статус в карточке обращения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475" y="3539629"/>
            <a:ext cx="307074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475" y="3781425"/>
            <a:ext cx="10868646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3896221"/>
            <a:ext cx="1086864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Видит ответ УК или причину отклонения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475" y="442108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Путь сотрудника УК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1475" y="4992191"/>
            <a:ext cx="10868745" cy="12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Открывает главную УК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Видит заявки по категориям: Новое / В работе / Закрыто / Отклонено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Открывает карточку заявки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Принимает в работу: срок + ответственное лицо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Закрывает с ответом или отклоняет с причиной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1839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Скриншоты</a:t>
            </a:r>
            <a:endParaRPr lang="en-US" sz="29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C106DD-6CC5-6E5C-7631-10201F5D1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824" y="1038820"/>
            <a:ext cx="2430352" cy="54007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803720-3426-7CF8-C5FD-2F27EF779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584" y="1038820"/>
            <a:ext cx="2463010" cy="547335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1B3B58-7C56-3A84-297D-72E07BA42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406" y="1038820"/>
            <a:ext cx="2463010" cy="54733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09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9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Ожидаемый эффект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58081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Гипотеза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475" y="1803698"/>
            <a:ext cx="1086874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мы поможем собственнику подать обращение по проблеме в доме через чат-бота в MAX с автоматическим определением ответственной организации, то время до регистрации обращения сократится с нескольких часов до 2–3 минут, потому что пользователь не тратит время на поиск контактов и звонки.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92313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Метрики</a:t>
            </a:r>
            <a:endParaRPr lang="en-US" sz="2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437930"/>
          <a:ext cx="10868745" cy="2042864"/>
        </p:xfrm>
        <a:graphic>
          <a:graphicData uri="http://schemas.openxmlformats.org/drawingml/2006/table">
            <a:tbl>
              <a:tblPr/>
              <a:tblGrid>
                <a:gridCol w="358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6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Метрика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Как измеряем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Ожидание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Время подачи обращения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Замер от открытия до отправки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Сокращение с часов до минут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обращений с понятным статусом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карточек с актуальным статусом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Рост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6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пользователей, завершивших сценарий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Аналитика бота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0" spc="-27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Рост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5662216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DADBF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6" y="5878413"/>
            <a:ext cx="210338" cy="168275"/>
          </a:xfrm>
          <a:prstGeom prst="rect">
            <a:avLst/>
          </a:prstGeom>
        </p:spPr>
      </p:pic>
      <p:sp>
        <p:nvSpPr>
          <p:cNvPr id="6" name="Text 5"/>
          <p:cNvSpPr/>
          <p:nvPr/>
        </p:nvSpPr>
        <p:spPr>
          <a:xfrm>
            <a:off x="1208355" y="5854204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Примечание: метрики — гипотеза. Проверим на пилоте.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836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решения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96367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взаимодействия основных компонентов системы: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044" y="1362174"/>
            <a:ext cx="7341607" cy="4966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0015" y="3306248"/>
            <a:ext cx="1336847" cy="91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Поток обработки заявки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07983" y="4912814"/>
            <a:ext cx="198879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Чат‑бот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407983" y="5305455"/>
            <a:ext cx="1988798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Навигация и уведомления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747190" y="4912814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обработки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747190" y="5305455"/>
            <a:ext cx="1988797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Проверки и логика запросов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7190" y="1865264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База данных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747190" y="2257904"/>
            <a:ext cx="1988797" cy="612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Хранение заявок, пользователей, категорий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20720" y="1814485"/>
            <a:ext cx="1988798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Мини‑приложение MAX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420720" y="2512815"/>
            <a:ext cx="1988798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kern="0" spc="-3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Ввод заявки и данных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594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Роли: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1110655"/>
            <a:ext cx="10868745" cy="6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Житель → интерфейс жителя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 УК → интерфейс УК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96721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Компоненты</a:t>
            </a:r>
            <a:endParaRPr lang="en-US" sz="2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59360"/>
          <a:ext cx="10868746" cy="2432785"/>
        </p:xfrm>
        <a:graphic>
          <a:graphicData uri="http://schemas.openxmlformats.org/drawingml/2006/table">
            <a:tbl>
              <a:tblPr/>
              <a:tblGrid>
                <a:gridCol w="326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Компонент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Роль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Технология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Мини-приложение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UI жителя и УК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[ПРОПУСК: React / MAX UI]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Чат-бот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Навигация, уведомления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Обработка заявок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БД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Хранение данных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kern="0" spc="-28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[ПРОПУСК]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535404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Схема архитектуры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661475" y="6046192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[ПРОПУСК: схема архитектуры]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77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Данные и интеграции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400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реально, а что модель</a:t>
            </a:r>
            <a:endParaRPr lang="en-US" sz="1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32745"/>
          <a:ext cx="10868746" cy="2709595"/>
        </p:xfrm>
        <a:graphic>
          <a:graphicData uri="http://schemas.openxmlformats.org/drawingml/2006/table">
            <a:tbl>
              <a:tblPr/>
              <a:tblGrid>
                <a:gridCol w="326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7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Компонент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 MVP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Для масштабирования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Справочник адресов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Тестовые данные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ГИС ЖКХ / ФИАС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Ответственные организации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Тестовый список УК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Реформы ЖКХ / ГИС ЖКХ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Типы проблем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Справочник вручную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Нормативные справочники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Сроки рассмотрения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Вводит УК вручную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Нормативы по типам проблем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677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Примечание: в MVP используются тестовые данные. Реальные интеграции — следующий этап после пилота.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47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10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Ограничения и риски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207591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не вошло в MVP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1788914"/>
            <a:ext cx="10868745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 ГИС ЖКХ (используются тестовые данные)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Уведомления [УТОЧНИТЬ У КОМАНДЫ: если не успеваете]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Возможность оспорить закрытие обращения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определение ответственного лица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311029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Допущения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61475" y="3892352"/>
            <a:ext cx="10868745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УК готова работать через MAX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Житель готов пользоваться ботом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пользователя определяется [УТОЧНИТЬ У КОМАНДЫ]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5081687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6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Риски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61475" y="5663009"/>
            <a:ext cx="10868745" cy="6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реальной интеграции — данные модельные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УК определяется вручную — не масштабируется без доработки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0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Масштабирование и пилот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027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Ядро и переменная часть</a:t>
            </a:r>
            <a:endParaRPr lang="en-US" sz="2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66219"/>
          <a:ext cx="10868746" cy="2734995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Ядро (не меняется)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Переменная часть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Логика сценария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Региональные справочники УК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Архитектура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Нормативные сроки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Модель данных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Интеграции с местными системами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UX-паттерн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kern="0" spc="-3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Роли участников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21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Источники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0831"/>
            <a:ext cx="10868745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Росстат — жилищные условия населения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ГИС ЖКХ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Жилищный кодекс РФ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Приказ Минстроя о взаимодействии через ГИС ЖКХ и MAX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 рассмотрения обращений граждан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Госуслуги. Решаем вместе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987</Words>
  <Application>Microsoft Office PowerPoint</Application>
  <PresentationFormat>Широкоэкранный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Inter</vt:lpstr>
      <vt:lpstr>Calibri</vt:lpstr>
      <vt:lpstr>Inter Bold</vt:lpstr>
      <vt:lpstr>Inter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Comper 123</cp:lastModifiedBy>
  <cp:revision>4</cp:revision>
  <dcterms:created xsi:type="dcterms:W3CDTF">2026-09-29T16:19:06Z</dcterms:created>
  <dcterms:modified xsi:type="dcterms:W3CDTF">2026-09-29T20:21:48Z</dcterms:modified>
</cp:coreProperties>
</file>